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Vedika Ahuja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5-14T22:12:09.316">
    <p:pos x="6000" y="0"/>
    <p:text>How many NA rows are there?</p:text>
  </p:cm>
  <p:cm authorId="0" idx="2" dt="2026-05-14T22:14:00.413">
    <p:pos x="327" y="1311"/>
    <p:text>is estimated annual rent or any of the other variables here used to calculate your y variable? it seems at least estimated annual rent would be. its important that any variables used to create the y variable are also not independent variables. This goes or est_annual_food, and ipeds_room_offcampus, and ipeds_board_offcampus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c193f8f0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c193f8f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c193f8f0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c193f8f0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c193f8f0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c193f8f0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c193f8f09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c193f8f09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 for differences in </a:t>
            </a:r>
            <a:r>
              <a:rPr lang="en"/>
              <a:t>models: one variable is important for one model but not important for the other, which model we endorse and why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fc05915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fc05915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c193f8f09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c193f8f09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2651f374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2651f374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 for monday meeting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Andrew, chloe: Fix comments on model approach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Anna, delaney: Create map prototype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Independent</a:t>
            </a:r>
            <a:r>
              <a:rPr lang="en"/>
              <a:t> posters: can be the same or different parts of the project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Finals: Policy brief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Updates &amp; Map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Regression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738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Dropped NA rows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90.6% accuracy, 0.72 r-squared</a:t>
            </a:r>
            <a:endParaRPr/>
          </a:p>
        </p:txBody>
      </p:sp>
      <p:pic>
        <p:nvPicPr>
          <p:cNvPr id="62" name="Google Shape;62;p14" title="Screenshot 2026-05-04 at 2.07.1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0475" y="233700"/>
            <a:ext cx="3789001" cy="2165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 title="Screenshot 2026-05-04 at 2.07.27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9400" y="2081275"/>
            <a:ext cx="3635549" cy="2826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OLS Regression 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4738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91.35% accuracy, 79.38 r-squared</a:t>
            </a:r>
            <a:endParaRPr/>
          </a:p>
        </p:txBody>
      </p:sp>
      <p:pic>
        <p:nvPicPr>
          <p:cNvPr id="70" name="Google Shape;70;p15" title="Screenshot 2026-05-04 at 2.11.0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9900" y="355875"/>
            <a:ext cx="3918324" cy="134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 title="Screenshot 2026-05-04 at 2.11.1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400" y="1972722"/>
            <a:ext cx="3918324" cy="2971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 title="Screenshot 2026-05-04 at 2.12.55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7688" y="2030647"/>
            <a:ext cx="3722585" cy="2855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377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 tree (regression)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0851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85.53% accuracy, 0.88 r-squared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Most important features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IPEDs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Annual rent </a:t>
            </a:r>
            <a:endParaRPr/>
          </a:p>
        </p:txBody>
      </p:sp>
      <p:pic>
        <p:nvPicPr>
          <p:cNvPr id="79" name="Google Shape;79;p16" title="Screenshot 2026-05-04 at 2.18.5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0050" y="155025"/>
            <a:ext cx="3752925" cy="181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 title="Screenshot 2026-05-04 at 2.19.1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00" y="2836677"/>
            <a:ext cx="4989076" cy="2191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 title="Screenshot 2026-05-04 at 2.24.24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53075" y="2301400"/>
            <a:ext cx="3479226" cy="2664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 (regression)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Drop rows with NAs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88.35% accuracy, 87.25 r-squared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Most important features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IPEDs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Annual rent</a:t>
            </a:r>
            <a:endParaRPr/>
          </a:p>
        </p:txBody>
      </p:sp>
      <p:pic>
        <p:nvPicPr>
          <p:cNvPr id="88" name="Google Shape;88;p17" title="Screenshot 2026-05-04 at 2.28.1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000" y="3323825"/>
            <a:ext cx="3580599" cy="159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 title="Screenshot 2026-05-04 at 2.28.3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1350" y="134525"/>
            <a:ext cx="4469699" cy="1917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 title="Screenshot 2026-05-04 at 2.28.53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6739" y="2432322"/>
            <a:ext cx="5414309" cy="1917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 NA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Did not drop rows with NAs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R-squared lower than it is with dropping NA, same accuracy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 of heat map</a:t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Download the zip files for state/ county borders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Interactive component..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Updates </a:t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 regression with dropping NAs most accurate/ highest R squared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Removed annual rent from x (independent variable) to avoid circular model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466 rows dropped with 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